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/>
              <a:t>SuperOps SuperHack 2025 - Idea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Team Name: AutoOps AI</a:t>
            </a:r>
          </a:p>
          <a:p>
            <a:pPr>
              <a:defRPr sz="1800"/>
            </a:pPr>
            <a:r>
              <a:t>Team Leader: [Your Name]</a:t>
            </a:r>
          </a:p>
          <a:p>
            <a:pPr>
              <a:defRPr sz="1800"/>
            </a:pPr>
            <a:r>
              <a:t>Theme: Operational Efficiency Improvement for MSPs and IT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/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MSPs and IT teams face major challenges:</a:t>
            </a:r>
          </a:p>
          <a:p>
            <a:pPr>
              <a:defRPr sz="1800"/>
            </a:pPr>
            <a:r>
              <a:t>- Patch management chaos: manual scheduling, compliance risk</a:t>
            </a:r>
          </a:p>
          <a:p>
            <a:pPr>
              <a:defRPr sz="1800"/>
            </a:pPr>
            <a:r>
              <a:t>- Alert fatigue: too many alerts causing missed incidents</a:t>
            </a:r>
          </a:p>
          <a:p>
            <a:pPr>
              <a:defRPr sz="1800"/>
            </a:pPr>
            <a:r>
              <a:t>- High MTTR due to lack of automated root cause analysis</a:t>
            </a:r>
          </a:p>
          <a:p>
            <a:pPr>
              <a:defRPr sz="1800"/>
            </a:pPr>
            <a:r>
              <a:t>- Repetitive routine tasks consuming time (service restarts, log cleanup, user onboarding)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This leads to inefficiency, delayed resolution, and engineer burnout.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/>
              <a:t>Solution Overview – AutoOps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AutoOps AI is an Agentic AI-driven platform acting as a Virtual IT Assistant.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capabilities:</a:t>
            </a:r>
          </a:p>
          <a:p>
            <a:pPr>
              <a:defRPr sz="1800"/>
            </a:pPr>
            <a:r>
              <a:t>- Automates patch management with intelligent prioritization &amp; safe scheduling</a:t>
            </a:r>
          </a:p>
          <a:p>
            <a:pPr>
              <a:defRPr sz="1800"/>
            </a:pPr>
            <a:r>
              <a:t>- Correlates &amp; deduplicates alerts, reducing noise and MTTR</a:t>
            </a:r>
          </a:p>
          <a:p>
            <a:pPr>
              <a:defRPr sz="1800"/>
            </a:pPr>
            <a:r>
              <a:t>- Executes routine administrative tasks autonomously</a:t>
            </a:r>
          </a:p>
          <a:p>
            <a:pPr>
              <a:defRPr sz="1800"/>
            </a:pPr>
            <a:r>
              <a:t>- Learns from admin actions and improves over time</a:t>
            </a:r>
          </a:p>
          <a:p>
            <a:pPr>
              <a:defRPr sz="1800"/>
            </a:pPr>
            <a:r>
              <a:t>- Provides natural language interface for Ops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/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✅ Patch Management:</a:t>
            </a:r>
          </a:p>
          <a:p>
            <a:pPr>
              <a:defRPr sz="1800"/>
            </a:pPr>
            <a:r>
              <a:t>• Endpoint discovery, patch prioritization, safe rollout &amp; rollback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Alert Management:</a:t>
            </a:r>
          </a:p>
          <a:p>
            <a:pPr>
              <a:defRPr sz="1800"/>
            </a:pPr>
            <a:r>
              <a:t>• Noise suppression, correlation, AI-driven root cause analysis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Automated IT Tasks:</a:t>
            </a:r>
          </a:p>
          <a:p>
            <a:pPr>
              <a:defRPr sz="1800"/>
            </a:pPr>
            <a:r>
              <a:t>• Service restarts, log cleanup, compliance enforcement, user lifecycle automation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Policy-Driven Autonomy:</a:t>
            </a:r>
          </a:p>
          <a:p>
            <a:pPr>
              <a:defRPr sz="1800"/>
            </a:pPr>
            <a:r>
              <a:t>• Admins define guardrails, AI takes safe automated actions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ChatOps Interface:</a:t>
            </a:r>
          </a:p>
          <a:p>
            <a:pPr>
              <a:defRPr sz="1800"/>
            </a:pPr>
            <a:r>
              <a:t>• Slack/Teams integration for approvals, real-time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/>
              <a:t>USP – Why Our Solution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 Fully autonomous decision-making with human-in-the-loop controls</a:t>
            </a:r>
          </a:p>
          <a:p>
            <a:pPr>
              <a:defRPr sz="1800"/>
            </a:pPr>
            <a:r>
              <a:t>- Covers end-to-end IT Ops automation (patches + alerts + tasks)</a:t>
            </a:r>
          </a:p>
          <a:p>
            <a:pPr>
              <a:defRPr sz="1800"/>
            </a:pPr>
            <a:r>
              <a:t>- Continuous learning loop improves accuracy &amp; efficiency</a:t>
            </a:r>
          </a:p>
          <a:p>
            <a:pPr>
              <a:defRPr sz="1800"/>
            </a:pPr>
            <a:r>
              <a:t>- Directly reduces MTTR &amp; operational workload</a:t>
            </a:r>
          </a:p>
          <a:p>
            <a:pPr>
              <a:defRPr sz="1800"/>
            </a:pPr>
            <a:r>
              <a:t>- Easy integration with RMM, ticketing, and monitoring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/>
              <a:t>Process Flow (High Level)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1️⃣ Monitor – Collect endpoint data, alerts, and logs via AutoOps Agent</a:t>
            </a:r>
          </a:p>
          <a:p>
            <a:pPr>
              <a:defRPr sz="1800"/>
            </a:pPr>
            <a:r>
              <a:t>2️⃣ Analyze – AI prioritizes patches, correlates alerts, runs RCA</a:t>
            </a:r>
          </a:p>
          <a:p>
            <a:pPr>
              <a:defRPr sz="1800"/>
            </a:pPr>
            <a:r>
              <a:t>3️⃣ Decide – Apply policies &amp; determine if action is auto or needs approval</a:t>
            </a:r>
          </a:p>
          <a:p>
            <a:pPr>
              <a:defRPr sz="1800"/>
            </a:pPr>
            <a:r>
              <a:t>4️⃣ Act – Execute patch deployment, runbooks, or admin tasks</a:t>
            </a:r>
          </a:p>
          <a:p>
            <a:pPr>
              <a:defRPr sz="1800"/>
            </a:pPr>
            <a:r>
              <a:t>5️⃣ Learn – Feedback loop improves future decision-making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/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Components:</a:t>
            </a:r>
          </a:p>
          <a:p>
            <a:pPr>
              <a:defRPr sz="1800"/>
            </a:pPr>
            <a:r>
              <a:t>- AutoOps Agent: endpoint data collection &amp; action executor</a:t>
            </a:r>
          </a:p>
          <a:p>
            <a:pPr>
              <a:defRPr sz="1800"/>
            </a:pPr>
            <a:r>
              <a:t>- AI Brain: LLM-based reasoning + CVE &amp; event correlation engine</a:t>
            </a:r>
          </a:p>
          <a:p>
            <a:pPr>
              <a:defRPr sz="1800"/>
            </a:pPr>
            <a:r>
              <a:t>- Playbook Executor: script/runbook automation library</a:t>
            </a:r>
          </a:p>
          <a:p>
            <a:pPr>
              <a:defRPr sz="1800"/>
            </a:pPr>
            <a:r>
              <a:t>- Dashboard &amp; ChatOps: single-pane view + collaboration tools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Integrations:</a:t>
            </a:r>
          </a:p>
          <a:p>
            <a:pPr>
              <a:defRPr sz="1800"/>
            </a:pPr>
            <a:r>
              <a:t>- CVE Database APIs, RMM tools (SuperOps.ai), ticketing systems (Jira/ServiceNow), alerting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/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🔹 Backend: Python (FastAPI) or Node.js for orchestration</a:t>
            </a:r>
          </a:p>
          <a:p>
            <a:pPr>
              <a:defRPr sz="1800"/>
            </a:pPr>
            <a:r>
              <a:t>🔹 AI Layer: GPT-5 API + LangChain + Vector DB for memory</a:t>
            </a:r>
          </a:p>
          <a:p>
            <a:pPr>
              <a:defRPr sz="1800"/>
            </a:pPr>
            <a:r>
              <a:t>🔹 Agents: Lightweight Go/Python endpoint agents</a:t>
            </a:r>
          </a:p>
          <a:p>
            <a:pPr>
              <a:defRPr sz="1800"/>
            </a:pPr>
            <a:r>
              <a:t>🔹 Frontend: React + Tailwind for dashboard</a:t>
            </a:r>
          </a:p>
          <a:p>
            <a:pPr>
              <a:defRPr sz="1800"/>
            </a:pPr>
            <a:r>
              <a:t>🔹 Integrations: NVD API, SuperOps.ai APIs, Slack/Teams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/>
              <a:t>Implementation Plan &amp; Estimated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Phase 1: MVP (Patch + Alert Automation) – 3 months</a:t>
            </a:r>
          </a:p>
          <a:p>
            <a:pPr>
              <a:defRPr sz="1800"/>
            </a:pPr>
            <a:r>
              <a:t>Phase 2: Task Automation + ChatOps – 2 months</a:t>
            </a:r>
          </a:p>
          <a:p>
            <a:pPr>
              <a:defRPr sz="1800"/>
            </a:pPr>
            <a:r>
              <a:t>Phase 3: Policy Engine + Continuous Learning – 2 months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Estimated Hackathon Prototype Cost: &lt;$500 (cloud, APIs)</a:t>
            </a:r>
          </a:p>
          <a:p>
            <a:pPr>
              <a:defRPr sz="1800"/>
            </a:pPr>
            <a:r>
              <a:t>Full Production Rollout: Scales with endpoints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/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📉 Reduce MTTR by 40-50%</a:t>
            </a:r>
          </a:p>
          <a:p>
            <a:pPr>
              <a:defRPr sz="1800"/>
            </a:pPr>
            <a:r>
              <a:t>📉 Cut manual workload by 60%</a:t>
            </a:r>
          </a:p>
          <a:p>
            <a:pPr>
              <a:defRPr sz="1800"/>
            </a:pPr>
            <a:r>
              <a:t>📈 Improve patch compliance &amp; security posture</a:t>
            </a:r>
          </a:p>
          <a:p>
            <a:pPr>
              <a:defRPr sz="1800"/>
            </a:pPr>
            <a:r>
              <a:t>📈 Enhance MSP profitability via operational efficiency</a:t>
            </a:r>
          </a:p>
          <a:p>
            <a:pPr>
              <a:defRPr sz="1800"/>
            </a:pPr>
            <a:r>
              <a:t>😀 Happier IT teams with reduced alert fatigue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AutoOps AI – Making IT Operations Autonomous &amp; Efficient</a:t>
            </a:r>
          </a:p>
          <a:p>
            <a:pPr>
              <a:defRPr sz="1800"/>
            </a:pPr>
            <a:r>
              <a:t>Contact: [Your Email / Team Contact]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Ready for Demo &amp; Live Q&amp;A!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